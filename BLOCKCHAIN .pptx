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930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93BFA48A-131A-4865-B2BF-CD0D953E3075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FCA84DE7-9917-4302-B019-1AC52D13DA5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BLOCKCHAIN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--Distributed Ledger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   Staurt Haber &amp; Stornetta release white paper(it includes what is blockchain &amp; how to works)</a:t>
            </a:r>
            <a:endParaRPr lang="en-US" dirty="0" smtClean="0"/>
          </a:p>
          <a:p>
            <a:r>
              <a:rPr lang="en-US" dirty="0" smtClean="0"/>
              <a:t>Blockchain 1.0</a:t>
            </a:r>
            <a:endParaRPr lang="en-US" dirty="0" smtClean="0"/>
          </a:p>
          <a:p>
            <a:r>
              <a:rPr lang="en-US" dirty="0" smtClean="0"/>
              <a:t>In 2009,Satoshi Nakomoto implemented crypt currency( bitcoin) using blockchain technology</a:t>
            </a:r>
            <a:endParaRPr lang="en-US" dirty="0" smtClean="0"/>
          </a:p>
          <a:p>
            <a:r>
              <a:rPr lang="en-US" dirty="0" smtClean="0"/>
              <a:t>Blockchain 2.0</a:t>
            </a:r>
            <a:endParaRPr lang="en-US" dirty="0" smtClean="0"/>
          </a:p>
          <a:p>
            <a:r>
              <a:rPr lang="en-US" dirty="0" smtClean="0"/>
              <a:t>In 2015,Vitalik Buterin developed decentralised application using blockchain technology</a:t>
            </a:r>
            <a:endParaRPr lang="en-US" dirty="0" smtClean="0"/>
          </a:p>
          <a:p>
            <a:r>
              <a:rPr lang="en-US" dirty="0" smtClean="0"/>
              <a:t>Blockchain 3.0</a:t>
            </a:r>
            <a:endParaRPr lang="en-US" dirty="0" smtClean="0"/>
          </a:p>
          <a:p>
            <a:r>
              <a:rPr lang="en-US" dirty="0" smtClean="0"/>
              <a:t>IBM started developing Hyperledger Fabric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Transaction using Blockchain</a:t>
            </a:r>
            <a:endParaRPr lang="en-US" dirty="0"/>
          </a:p>
        </p:txBody>
      </p:sp>
      <p:pic>
        <p:nvPicPr>
          <p:cNvPr id="23" name="Content Placeholder 22" descr="image-1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170940" y="1935163"/>
            <a:ext cx="4802119" cy="4389437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the blocks are stored in blockchain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Blockchain is a collection of blocks</a:t>
            </a:r>
            <a:endParaRPr lang="en-US" dirty="0" smtClean="0"/>
          </a:p>
          <a:p>
            <a:r>
              <a:rPr lang="en-US" dirty="0" smtClean="0"/>
              <a:t>Block also stores reference to previous block</a:t>
            </a:r>
            <a:endParaRPr lang="en-US" dirty="0" smtClean="0"/>
          </a:p>
          <a:p>
            <a:r>
              <a:rPr lang="en-US" dirty="0" smtClean="0"/>
              <a:t>Block also stores timestamp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Block0 hash   Block1 hash    Block2 hash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685800" y="5147945"/>
            <a:ext cx="1219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14725" y="5147945"/>
            <a:ext cx="1143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266815" y="5147945"/>
            <a:ext cx="1219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5" idx="1"/>
            <a:endCxn id="4" idx="3"/>
          </p:cNvCxnSpPr>
          <p:nvPr/>
        </p:nvCxnSpPr>
        <p:spPr>
          <a:xfrm flipH="1">
            <a:off x="1905000" y="5605145"/>
            <a:ext cx="16097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1"/>
            <a:endCxn id="5" idx="3"/>
          </p:cNvCxnSpPr>
          <p:nvPr/>
        </p:nvCxnSpPr>
        <p:spPr>
          <a:xfrm flipH="1">
            <a:off x="4657725" y="5605145"/>
            <a:ext cx="160909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Benefits</a:t>
            </a:r>
            <a:endParaRPr lang="en-US" dirty="0"/>
          </a:p>
        </p:txBody>
      </p:sp>
      <p:pic>
        <p:nvPicPr>
          <p:cNvPr id="4" name="Content Placeholder 3" descr="image-4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670560" y="2045811"/>
            <a:ext cx="7802880" cy="416814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Network?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240"/>
            <a:ext cx="8228965" cy="1901825"/>
          </a:xfrm>
        </p:spPr>
        <p:txBody>
          <a:bodyPr/>
          <a:p>
            <a:r>
              <a:rPr lang="en-US"/>
              <a:t> persent scenario of netwok world is “client-server network”</a:t>
            </a:r>
            <a:endParaRPr lang="en-US"/>
          </a:p>
          <a:p>
            <a:r>
              <a:rPr lang="en-US"/>
              <a:t> </a:t>
            </a:r>
            <a:r>
              <a:rPr lang="en-US" b="1" u="sng">
                <a:solidFill>
                  <a:schemeClr val="accent2">
                    <a:lumMod val="75000"/>
                  </a:schemeClr>
                </a:solidFill>
              </a:rPr>
              <a:t>client-server network:</a:t>
            </a:r>
            <a:endParaRPr lang="en-US" b="1" u="sng">
              <a:solidFill>
                <a:schemeClr val="accent2">
                  <a:lumMod val="75000"/>
                </a:schemeClr>
              </a:solidFill>
            </a:endParaRPr>
          </a:p>
          <a:p>
            <a:pPr lvl="6"/>
            <a:endParaRPr lang="en-US" b="1" u="sng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Content Placeholder 5" descr="download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798955" y="3549015"/>
            <a:ext cx="5545455" cy="2980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Peer to Peer network:</a:t>
            </a:r>
            <a:endParaRPr lang="en-US"/>
          </a:p>
        </p:txBody>
      </p:sp>
      <p:sp>
        <p:nvSpPr>
          <p:cNvPr id="9" name="Content Placeholder 8"/>
          <p:cNvSpPr/>
          <p:nvPr>
            <p:ph sz="half" idx="1"/>
          </p:nvPr>
        </p:nvSpPr>
        <p:spPr/>
        <p:txBody>
          <a:bodyPr/>
          <a:p>
            <a:r>
              <a:rPr lang="en-US"/>
              <a:t> In peer to peer network we have only node/peer</a:t>
            </a:r>
            <a:endParaRPr lang="en-US"/>
          </a:p>
          <a:p>
            <a:r>
              <a:rPr lang="en-US"/>
              <a:t> Every node can have access to other nodes</a:t>
            </a:r>
            <a:endParaRPr lang="en-US"/>
          </a:p>
          <a:p>
            <a:pPr marL="0" indent="0">
              <a:buNone/>
            </a:pPr>
            <a:r>
              <a:rPr lang="en-US"/>
              <a:t>     </a:t>
            </a:r>
            <a:endParaRPr lang="en-US"/>
          </a:p>
        </p:txBody>
      </p:sp>
      <p:pic>
        <p:nvPicPr>
          <p:cNvPr id="10" name="Content Placeholder 9" descr="download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495165" y="2496820"/>
            <a:ext cx="4272915" cy="3611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Implementation:</a:t>
            </a:r>
            <a:endParaRPr lang="en-US"/>
          </a:p>
        </p:txBody>
      </p:sp>
      <p:pic>
        <p:nvPicPr>
          <p:cNvPr id="7" name="Content Placeholder 6" descr="DfqRGAKUYAAnYAi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4100" y="1935480"/>
            <a:ext cx="703516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Features: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peer to peer network</a:t>
            </a:r>
            <a:endParaRPr lang="en-US"/>
          </a:p>
          <a:p>
            <a:r>
              <a:rPr lang="en-US"/>
              <a:t> decentralised</a:t>
            </a:r>
            <a:endParaRPr lang="en-US"/>
          </a:p>
          <a:p>
            <a:r>
              <a:rPr lang="en-US"/>
              <a:t> immutable</a:t>
            </a:r>
            <a:endParaRPr lang="en-US"/>
          </a:p>
          <a:p>
            <a:r>
              <a:rPr lang="en-US"/>
              <a:t> security</a:t>
            </a:r>
            <a:endParaRPr lang="en-US"/>
          </a:p>
          <a:p>
            <a:r>
              <a:rPr lang="en-US"/>
              <a:t> data avaliability</a:t>
            </a:r>
            <a:endParaRPr lang="en-US"/>
          </a:p>
          <a:p>
            <a:r>
              <a:rPr lang="en-US"/>
              <a:t> reduces memory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Usecases: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trading</a:t>
            </a:r>
            <a:endParaRPr lang="en-US"/>
          </a:p>
          <a:p>
            <a:r>
              <a:rPr lang="en-US"/>
              <a:t> healthcare</a:t>
            </a:r>
            <a:endParaRPr lang="en-US"/>
          </a:p>
          <a:p>
            <a:r>
              <a:rPr lang="en-US"/>
              <a:t> IOT etc..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       summary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block chain makes data more secured</a:t>
            </a:r>
            <a:endParaRPr lang="en-US"/>
          </a:p>
          <a:p>
            <a:r>
              <a:rPr lang="en-US"/>
              <a:t> it reduces usage of memory</a:t>
            </a:r>
            <a:endParaRPr lang="en-US"/>
          </a:p>
          <a:p>
            <a:r>
              <a:rPr lang="en-US"/>
              <a:t> Researchers and technologists alike are talking about how blockchain technology is the next big thing across industries from finance to retail to even healthcare.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1226</Words>
  <Application>WPS Presentation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Wingdings 2</vt:lpstr>
      <vt:lpstr>Arial Black</vt:lpstr>
      <vt:lpstr>Constantia</vt:lpstr>
      <vt:lpstr>Microsoft YaHei</vt:lpstr>
      <vt:lpstr/>
      <vt:lpstr>Arial Unicode MS</vt:lpstr>
      <vt:lpstr>Calibri</vt:lpstr>
      <vt:lpstr>Wingdings</vt:lpstr>
      <vt:lpstr>Segoe Print</vt:lpstr>
      <vt:lpstr>Business Cooperate</vt:lpstr>
      <vt:lpstr>BLOCKCHAIN</vt:lpstr>
      <vt:lpstr>Introduction</vt:lpstr>
      <vt:lpstr>Transaction using Blockchain</vt:lpstr>
      <vt:lpstr>How the blocks are stored in blockchain</vt:lpstr>
      <vt:lpstr>Benefits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</dc:title>
  <dc:creator>Ramu</dc:creator>
  <cp:lastModifiedBy>SRINU NANI</cp:lastModifiedBy>
  <cp:revision>16</cp:revision>
  <dcterms:created xsi:type="dcterms:W3CDTF">2018-12-25T16:03:00Z</dcterms:created>
  <dcterms:modified xsi:type="dcterms:W3CDTF">2018-12-25T20:08:50Z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